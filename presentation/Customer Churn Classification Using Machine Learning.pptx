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86" r:id="rId7"/>
    <p:sldId id="289" r:id="rId8"/>
    <p:sldId id="2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Classification Using Machine Learning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FC93F-2F6F-81C8-82B5-C29BF4EEB385}"/>
              </a:ext>
            </a:extLst>
          </p:cNvPr>
          <p:cNvSpPr txBox="1"/>
          <p:nvPr/>
        </p:nvSpPr>
        <p:spPr>
          <a:xfrm>
            <a:off x="3027680" y="4673600"/>
            <a:ext cx="4663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 Monepha Mitchell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ITAI 1371 – Machine Learning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: Viswanatha Rao 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final project focused on predicting customer churn for a telecommunications company. Customer churn occurs when a customer stops using a company’s services. I used a dataset containing 7,043 customer records and information about customer accounts, contracts, services, and billing. The target variable was Churn, which contained two categories: Yes and No. The main goal was to compare several machine-learning models and determine which model could most effectively identify customers who were likely to leave.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8A6762-A4E5-EC7D-866B-E4039B54DECF}"/>
              </a:ext>
            </a:extLst>
          </p:cNvPr>
          <p:cNvSpPr txBox="1"/>
          <p:nvPr/>
        </p:nvSpPr>
        <p:spPr>
          <a:xfrm>
            <a:off x="5689600" y="199628"/>
            <a:ext cx="2245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92DC8-1225-7221-EF8B-180FDCECBA1D}"/>
              </a:ext>
            </a:extLst>
          </p:cNvPr>
          <p:cNvSpPr txBox="1"/>
          <p:nvPr/>
        </p:nvSpPr>
        <p:spPr>
          <a:xfrm>
            <a:off x="1219200" y="661293"/>
            <a:ext cx="1047496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contained 7,043 customer records. During cleaning,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was converted from text to numerical values, and 11 missing entries were replaced with zero because those customers had zero months of tenure.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was removed because it was only an identifier and did not provide useful information for predicting churn.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and Data Split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new features were created.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TenureGroup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organized customers based on how long they had remained with the company, while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NumberOfServices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counted the services used by each customer. The completed dataset was divided into 70% training data, 15% validation data, and 15% testing data using stratification.</a:t>
            </a:r>
          </a:p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were standardized, categorical features were one-hot encoded,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RandomOverSampler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applied only to the training data to address class imbalance. Six classification models were trained and compared: Logistic Regression, Decision Tree, Random Forest, Gradient Boosting, K-Nearest Neighbors, and Support Vector Classifier. An Average Ensemble and a Bayesian Ensemble were also created using the strongest individual models.</a:t>
            </a:r>
          </a:p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Flow: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→ Feature Engineering → 70/15/15 Split → Preprocessing → Class Balancing → Model Training → Validation Comparison → Final Test Evaluation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1" y="20320"/>
            <a:ext cx="3586480" cy="635635"/>
          </a:xfrm>
        </p:spPr>
        <p:txBody>
          <a:bodyPr/>
          <a:lstStyle/>
          <a:p>
            <a:r>
              <a:rPr lang="en-US" dirty="0"/>
              <a:t>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205707" y="655955"/>
            <a:ext cx="9106694" cy="1325245"/>
          </a:xfrm>
        </p:spPr>
        <p:txBody>
          <a:bodyPr>
            <a:normAutofit/>
          </a:bodyPr>
          <a:lstStyle/>
          <a:p>
            <a:pPr marL="59436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was the strongest individual validation model, producing a ROC-AUC of 0.8376 and an F1-score of 0.6369. The Average Ensemble and Bayesian Ensemble performed similarly, showing that the strongest individual models produced consistent predictions.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FDDBF6-1D7E-4B5D-ABDE-33174372A7F3}"/>
              </a:ext>
            </a:extLst>
          </p:cNvPr>
          <p:cNvSpPr txBox="1"/>
          <p:nvPr/>
        </p:nvSpPr>
        <p:spPr>
          <a:xfrm>
            <a:off x="1270000" y="2286000"/>
            <a:ext cx="764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Test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Bayesian Ensemble achieved the strongest overall test result. It combined predictions from Gradient Boosting, Random Forest, and Logistic Regression.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07F01C-00D8-AD0D-D737-EAF050CDE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21" y="4023287"/>
            <a:ext cx="5119117" cy="2021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8476A5-698B-6BCC-930B-C53110C0AD11}"/>
              </a:ext>
            </a:extLst>
          </p:cNvPr>
          <p:cNvSpPr txBox="1"/>
          <p:nvPr/>
        </p:nvSpPr>
        <p:spPr>
          <a:xfrm>
            <a:off x="6675120" y="3676917"/>
            <a:ext cx="52781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Bayesian Ensemble correctly identified approximately 79% of customers who churned. It produced the highest test ROC-AUC and the best balance between accuracy, precision, recall, and F1-score.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Individual Model: Gradient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BoostingBest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 Model: Bayesian Ensemble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Weakest Model: K-Nearest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92AB2CE-83E9-67CF-9E23-0AE2469533FB}"/>
              </a:ext>
            </a:extLst>
          </p:cNvPr>
          <p:cNvSpPr txBox="1"/>
          <p:nvPr/>
        </p:nvSpPr>
        <p:spPr>
          <a:xfrm>
            <a:off x="4572000" y="152400"/>
            <a:ext cx="395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Reflection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421773-5423-43C4-3368-63D36063F6BF}"/>
              </a:ext>
            </a:extLst>
          </p:cNvPr>
          <p:cNvSpPr txBox="1"/>
          <p:nvPr/>
        </p:nvSpPr>
        <p:spPr>
          <a:xfrm>
            <a:off x="792480" y="614065"/>
            <a:ext cx="11125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showed that machine-learning models can use customer account, service, contract, and billing information to identify customers who are likely to churn. The Bayesian Ensemble produced the strongest final performance, with a test ROC-AUC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0.8531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recall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0.7893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Its high recall means it identified most customers who actually left the company.</a:t>
            </a:r>
          </a:p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Improvements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used selected model settings rather than a full hyperparameter search,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RandomOverSampler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balanced the training data by duplicating minority-class records. Future improvements could include hyperparameter tuning, SMOTE, probability calibration, and testing different classification thresholds based on the cost of customer-retention efforts.</a:t>
            </a:r>
          </a:p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me understand the importance of cleaning data before modeling, preventing data leakage, and using separate training, validation, and test sets. I also learned that accuracy alone is not enough for an imbalanced classification problem. Comparing precision, recall, F1-score, and ROC-AUC provided a clearer understanding of each model’s performance.</a:t>
            </a:r>
          </a:p>
          <a:p>
            <a:pPr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the Bayesian Ensemble to rank customers by churn risk and support targeted retention decisions.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70</TotalTime>
  <Words>649</Words>
  <Application>Microsoft Office PowerPoint</Application>
  <PresentationFormat>Widescreen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Tenorite</vt:lpstr>
      <vt:lpstr>Times New Roman</vt:lpstr>
      <vt:lpstr>Custom</vt:lpstr>
      <vt:lpstr>Customer Churn Classification Using Machine Learning</vt:lpstr>
      <vt:lpstr>Project Overview</vt:lpstr>
      <vt:lpstr>PowerPoint Presentation</vt:lpstr>
      <vt:lpstr>Model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monepha.mitchell-W212572551</dc:creator>
  <cp:lastModifiedBy>monepha.mitchell-W212572551</cp:lastModifiedBy>
  <cp:revision>1</cp:revision>
  <dcterms:created xsi:type="dcterms:W3CDTF">2026-08-05T21:50:55Z</dcterms:created>
  <dcterms:modified xsi:type="dcterms:W3CDTF">2026-08-05T23:01:06Z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